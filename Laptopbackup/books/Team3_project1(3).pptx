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8243875" cx="11663350"/>
  <p:notesSz cx="6858000" cy="9144000"/>
  <p:embeddedFontLst>
    <p:embeddedFont>
      <p:font typeface="Abyssinica SIL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Hvr9sBmI2Pa7Ot+v2Q6ThnLNK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AbyssinicaSIL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1" name="Google Shape;201;p1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" name="Google Shape;209;p2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" name="Google Shape;217;p3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3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5d4dcc860e_0_5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5d4dcc860e_0_5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5d4dcc860e_0_5:notes"/>
          <p:cNvSpPr txBox="1"/>
          <p:nvPr>
            <p:ph idx="12" type="sldNum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5d4e70a308_0_0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5d4e70a308_0_0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5d4e70a308_0_0:notes"/>
          <p:cNvSpPr txBox="1"/>
          <p:nvPr>
            <p:ph idx="12" type="sldNum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5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5d57b2da71_0_9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5d57b2da71_0_9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5d57b2da71_0_9:notes"/>
          <p:cNvSpPr txBox="1"/>
          <p:nvPr>
            <p:ph idx="12" type="sldNum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5d57b2da71_0_20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5d57b2da71_0_20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5d57b2da71_0_20:notes"/>
          <p:cNvSpPr txBox="1"/>
          <p:nvPr>
            <p:ph idx="12" type="sldNum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5d57b2da71_0_27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5d57b2da71_0_27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5d57b2da71_0_27:notes"/>
          <p:cNvSpPr txBox="1"/>
          <p:nvPr>
            <p:ph idx="12" type="sldNum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6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3" name="Google Shape;263;p6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6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t/>
            </a:r>
            <a:endParaRPr b="0" sz="2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7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2" name="Google Shape;272;p7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7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t/>
            </a:r>
            <a:endParaRPr b="0" sz="2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/>
          <p:nvPr>
            <p:ph type="title"/>
          </p:nvPr>
        </p:nvSpPr>
        <p:spPr>
          <a:xfrm>
            <a:off x="581760" y="327600"/>
            <a:ext cx="10496880" cy="137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" type="subTitle"/>
          </p:nvPr>
        </p:nvSpPr>
        <p:spPr>
          <a:xfrm>
            <a:off x="581760" y="1927440"/>
            <a:ext cx="10496880" cy="47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1" type="ftr"/>
          </p:nvPr>
        </p:nvSpPr>
        <p:spPr>
          <a:xfrm>
            <a:off x="3862440" y="7640280"/>
            <a:ext cx="393624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2" type="sldNum"/>
          </p:nvPr>
        </p:nvSpPr>
        <p:spPr>
          <a:xfrm>
            <a:off x="8236440" y="7640280"/>
            <a:ext cx="26244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9"/>
          <p:cNvSpPr txBox="1"/>
          <p:nvPr>
            <p:ph idx="10" type="dt"/>
          </p:nvPr>
        </p:nvSpPr>
        <p:spPr>
          <a:xfrm>
            <a:off x="801000" y="7640280"/>
            <a:ext cx="26244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/>
          <p:nvPr>
            <p:ph idx="11" type="ftr"/>
          </p:nvPr>
        </p:nvSpPr>
        <p:spPr>
          <a:xfrm>
            <a:off x="3862440" y="7640280"/>
            <a:ext cx="393624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2" type="sldNum"/>
          </p:nvPr>
        </p:nvSpPr>
        <p:spPr>
          <a:xfrm>
            <a:off x="8236440" y="7640280"/>
            <a:ext cx="26244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12"/>
          <p:cNvSpPr txBox="1"/>
          <p:nvPr>
            <p:ph idx="10" type="dt"/>
          </p:nvPr>
        </p:nvSpPr>
        <p:spPr>
          <a:xfrm>
            <a:off x="801000" y="7640280"/>
            <a:ext cx="26244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581760" y="327600"/>
            <a:ext cx="10496880" cy="137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581760" y="1927440"/>
            <a:ext cx="10496880" cy="47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11" type="ftr"/>
          </p:nvPr>
        </p:nvSpPr>
        <p:spPr>
          <a:xfrm>
            <a:off x="3862440" y="7640280"/>
            <a:ext cx="393624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2" type="sldNum"/>
          </p:nvPr>
        </p:nvSpPr>
        <p:spPr>
          <a:xfrm>
            <a:off x="8236440" y="7640280"/>
            <a:ext cx="26244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13"/>
          <p:cNvSpPr txBox="1"/>
          <p:nvPr>
            <p:ph idx="10" type="dt"/>
          </p:nvPr>
        </p:nvSpPr>
        <p:spPr>
          <a:xfrm>
            <a:off x="801000" y="7640280"/>
            <a:ext cx="26244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4"/>
          <p:cNvSpPr txBox="1"/>
          <p:nvPr>
            <p:ph type="title"/>
          </p:nvPr>
        </p:nvSpPr>
        <p:spPr>
          <a:xfrm>
            <a:off x="581760" y="327600"/>
            <a:ext cx="10496880" cy="137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4"/>
          <p:cNvSpPr txBox="1"/>
          <p:nvPr>
            <p:ph idx="1" type="body"/>
          </p:nvPr>
        </p:nvSpPr>
        <p:spPr>
          <a:xfrm>
            <a:off x="581760" y="1927440"/>
            <a:ext cx="5122440" cy="47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2" type="body"/>
          </p:nvPr>
        </p:nvSpPr>
        <p:spPr>
          <a:xfrm>
            <a:off x="5960880" y="1927440"/>
            <a:ext cx="5122440" cy="47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3862440" y="7640280"/>
            <a:ext cx="393624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236440" y="7640280"/>
            <a:ext cx="26244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4"/>
          <p:cNvSpPr txBox="1"/>
          <p:nvPr>
            <p:ph idx="10" type="dt"/>
          </p:nvPr>
        </p:nvSpPr>
        <p:spPr>
          <a:xfrm>
            <a:off x="801000" y="7640280"/>
            <a:ext cx="26244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5"/>
          <p:cNvSpPr txBox="1"/>
          <p:nvPr>
            <p:ph type="title"/>
          </p:nvPr>
        </p:nvSpPr>
        <p:spPr>
          <a:xfrm>
            <a:off x="581760" y="327600"/>
            <a:ext cx="10496880" cy="137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3862440" y="7640280"/>
            <a:ext cx="393624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236440" y="7640280"/>
            <a:ext cx="26244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15"/>
          <p:cNvSpPr txBox="1"/>
          <p:nvPr>
            <p:ph idx="10" type="dt"/>
          </p:nvPr>
        </p:nvSpPr>
        <p:spPr>
          <a:xfrm>
            <a:off x="801000" y="7640280"/>
            <a:ext cx="26244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6"/>
          <p:cNvSpPr txBox="1"/>
          <p:nvPr>
            <p:ph idx="1" type="subTitle"/>
          </p:nvPr>
        </p:nvSpPr>
        <p:spPr>
          <a:xfrm>
            <a:off x="581760" y="327600"/>
            <a:ext cx="10496880" cy="6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1" type="ftr"/>
          </p:nvPr>
        </p:nvSpPr>
        <p:spPr>
          <a:xfrm>
            <a:off x="3862440" y="7640280"/>
            <a:ext cx="393624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12" type="sldNum"/>
          </p:nvPr>
        </p:nvSpPr>
        <p:spPr>
          <a:xfrm>
            <a:off x="8236440" y="7640280"/>
            <a:ext cx="26244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16"/>
          <p:cNvSpPr txBox="1"/>
          <p:nvPr>
            <p:ph idx="10" type="dt"/>
          </p:nvPr>
        </p:nvSpPr>
        <p:spPr>
          <a:xfrm>
            <a:off x="801000" y="7640280"/>
            <a:ext cx="26244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7"/>
          <p:cNvSpPr txBox="1"/>
          <p:nvPr>
            <p:ph type="title"/>
          </p:nvPr>
        </p:nvSpPr>
        <p:spPr>
          <a:xfrm>
            <a:off x="581760" y="327600"/>
            <a:ext cx="10496880" cy="137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7"/>
          <p:cNvSpPr txBox="1"/>
          <p:nvPr>
            <p:ph idx="1" type="body"/>
          </p:nvPr>
        </p:nvSpPr>
        <p:spPr>
          <a:xfrm>
            <a:off x="581760" y="1927440"/>
            <a:ext cx="5122440" cy="228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2" type="body"/>
          </p:nvPr>
        </p:nvSpPr>
        <p:spPr>
          <a:xfrm>
            <a:off x="5960880" y="1927440"/>
            <a:ext cx="5122440" cy="47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3" type="body"/>
          </p:nvPr>
        </p:nvSpPr>
        <p:spPr>
          <a:xfrm>
            <a:off x="581760" y="4424760"/>
            <a:ext cx="5122440" cy="228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7"/>
          <p:cNvSpPr txBox="1"/>
          <p:nvPr>
            <p:ph idx="11" type="ftr"/>
          </p:nvPr>
        </p:nvSpPr>
        <p:spPr>
          <a:xfrm>
            <a:off x="3862440" y="7640280"/>
            <a:ext cx="393624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7"/>
          <p:cNvSpPr txBox="1"/>
          <p:nvPr>
            <p:ph idx="12" type="sldNum"/>
          </p:nvPr>
        </p:nvSpPr>
        <p:spPr>
          <a:xfrm>
            <a:off x="8236440" y="7640280"/>
            <a:ext cx="26244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17"/>
          <p:cNvSpPr txBox="1"/>
          <p:nvPr>
            <p:ph idx="10" type="dt"/>
          </p:nvPr>
        </p:nvSpPr>
        <p:spPr>
          <a:xfrm>
            <a:off x="801000" y="7640280"/>
            <a:ext cx="26244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8"/>
          <p:cNvSpPr txBox="1"/>
          <p:nvPr>
            <p:ph type="title"/>
          </p:nvPr>
        </p:nvSpPr>
        <p:spPr>
          <a:xfrm>
            <a:off x="581760" y="327600"/>
            <a:ext cx="10496880" cy="137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" type="body"/>
          </p:nvPr>
        </p:nvSpPr>
        <p:spPr>
          <a:xfrm>
            <a:off x="581760" y="1927440"/>
            <a:ext cx="5122440" cy="47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2" type="body"/>
          </p:nvPr>
        </p:nvSpPr>
        <p:spPr>
          <a:xfrm>
            <a:off x="5960880" y="1927440"/>
            <a:ext cx="5122440" cy="228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3" type="body"/>
          </p:nvPr>
        </p:nvSpPr>
        <p:spPr>
          <a:xfrm>
            <a:off x="5960880" y="4424760"/>
            <a:ext cx="5122440" cy="228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1" type="ftr"/>
          </p:nvPr>
        </p:nvSpPr>
        <p:spPr>
          <a:xfrm>
            <a:off x="3862440" y="7640280"/>
            <a:ext cx="393624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2" type="sldNum"/>
          </p:nvPr>
        </p:nvSpPr>
        <p:spPr>
          <a:xfrm>
            <a:off x="8236440" y="7640280"/>
            <a:ext cx="26244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801000" y="7640280"/>
            <a:ext cx="26244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581760" y="327600"/>
            <a:ext cx="10496880" cy="137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>
            <a:off x="581760" y="1927440"/>
            <a:ext cx="5122440" cy="228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2" type="body"/>
          </p:nvPr>
        </p:nvSpPr>
        <p:spPr>
          <a:xfrm>
            <a:off x="5960880" y="1927440"/>
            <a:ext cx="5122440" cy="228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3" type="body"/>
          </p:nvPr>
        </p:nvSpPr>
        <p:spPr>
          <a:xfrm>
            <a:off x="581760" y="4424760"/>
            <a:ext cx="10496880" cy="228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1" type="ftr"/>
          </p:nvPr>
        </p:nvSpPr>
        <p:spPr>
          <a:xfrm>
            <a:off x="3862440" y="7640280"/>
            <a:ext cx="393624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2" type="sldNum"/>
          </p:nvPr>
        </p:nvSpPr>
        <p:spPr>
          <a:xfrm>
            <a:off x="8236440" y="7640280"/>
            <a:ext cx="26244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" name="Google Shape;79;p19"/>
          <p:cNvSpPr txBox="1"/>
          <p:nvPr>
            <p:ph idx="10" type="dt"/>
          </p:nvPr>
        </p:nvSpPr>
        <p:spPr>
          <a:xfrm>
            <a:off x="801000" y="7640280"/>
            <a:ext cx="26244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/>
          <p:nvPr>
            <p:ph type="title"/>
          </p:nvPr>
        </p:nvSpPr>
        <p:spPr>
          <a:xfrm>
            <a:off x="581760" y="327600"/>
            <a:ext cx="10496880" cy="137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581760" y="1927440"/>
            <a:ext cx="10496880" cy="228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2" type="body"/>
          </p:nvPr>
        </p:nvSpPr>
        <p:spPr>
          <a:xfrm>
            <a:off x="581760" y="4424760"/>
            <a:ext cx="10496880" cy="228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0"/>
          <p:cNvSpPr txBox="1"/>
          <p:nvPr>
            <p:ph idx="11" type="ftr"/>
          </p:nvPr>
        </p:nvSpPr>
        <p:spPr>
          <a:xfrm>
            <a:off x="3862440" y="7640280"/>
            <a:ext cx="393624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8236440" y="7640280"/>
            <a:ext cx="26244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" name="Google Shape;86;p20"/>
          <p:cNvSpPr txBox="1"/>
          <p:nvPr>
            <p:ph idx="10" type="dt"/>
          </p:nvPr>
        </p:nvSpPr>
        <p:spPr>
          <a:xfrm>
            <a:off x="801000" y="7640280"/>
            <a:ext cx="26244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1"/>
          <p:cNvSpPr txBox="1"/>
          <p:nvPr>
            <p:ph type="title"/>
          </p:nvPr>
        </p:nvSpPr>
        <p:spPr>
          <a:xfrm>
            <a:off x="581760" y="327600"/>
            <a:ext cx="10496880" cy="137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1"/>
          <p:cNvSpPr txBox="1"/>
          <p:nvPr>
            <p:ph idx="1" type="body"/>
          </p:nvPr>
        </p:nvSpPr>
        <p:spPr>
          <a:xfrm>
            <a:off x="581760" y="1927440"/>
            <a:ext cx="5122440" cy="228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1"/>
          <p:cNvSpPr txBox="1"/>
          <p:nvPr>
            <p:ph idx="2" type="body"/>
          </p:nvPr>
        </p:nvSpPr>
        <p:spPr>
          <a:xfrm>
            <a:off x="5960880" y="1927440"/>
            <a:ext cx="5122440" cy="228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1"/>
          <p:cNvSpPr txBox="1"/>
          <p:nvPr>
            <p:ph idx="3" type="body"/>
          </p:nvPr>
        </p:nvSpPr>
        <p:spPr>
          <a:xfrm>
            <a:off x="581760" y="4424760"/>
            <a:ext cx="5122440" cy="228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1"/>
          <p:cNvSpPr txBox="1"/>
          <p:nvPr>
            <p:ph idx="4" type="body"/>
          </p:nvPr>
        </p:nvSpPr>
        <p:spPr>
          <a:xfrm>
            <a:off x="5960880" y="4424760"/>
            <a:ext cx="5122440" cy="228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1"/>
          <p:cNvSpPr txBox="1"/>
          <p:nvPr>
            <p:ph idx="11" type="ftr"/>
          </p:nvPr>
        </p:nvSpPr>
        <p:spPr>
          <a:xfrm>
            <a:off x="3862440" y="7640280"/>
            <a:ext cx="393624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1"/>
          <p:cNvSpPr txBox="1"/>
          <p:nvPr>
            <p:ph idx="12" type="sldNum"/>
          </p:nvPr>
        </p:nvSpPr>
        <p:spPr>
          <a:xfrm>
            <a:off x="8236440" y="7640280"/>
            <a:ext cx="26244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21"/>
          <p:cNvSpPr txBox="1"/>
          <p:nvPr>
            <p:ph idx="10" type="dt"/>
          </p:nvPr>
        </p:nvSpPr>
        <p:spPr>
          <a:xfrm>
            <a:off x="801000" y="7640280"/>
            <a:ext cx="26244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2"/>
          <p:cNvSpPr txBox="1"/>
          <p:nvPr>
            <p:ph type="title"/>
          </p:nvPr>
        </p:nvSpPr>
        <p:spPr>
          <a:xfrm>
            <a:off x="581760" y="327600"/>
            <a:ext cx="10496880" cy="137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1" type="body"/>
          </p:nvPr>
        </p:nvSpPr>
        <p:spPr>
          <a:xfrm>
            <a:off x="581760" y="1927440"/>
            <a:ext cx="3379680" cy="228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2"/>
          <p:cNvSpPr txBox="1"/>
          <p:nvPr>
            <p:ph idx="2" type="body"/>
          </p:nvPr>
        </p:nvSpPr>
        <p:spPr>
          <a:xfrm>
            <a:off x="4130640" y="1927440"/>
            <a:ext cx="3379680" cy="228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2"/>
          <p:cNvSpPr txBox="1"/>
          <p:nvPr>
            <p:ph idx="3" type="body"/>
          </p:nvPr>
        </p:nvSpPr>
        <p:spPr>
          <a:xfrm>
            <a:off x="7679880" y="1927440"/>
            <a:ext cx="3379680" cy="228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2"/>
          <p:cNvSpPr txBox="1"/>
          <p:nvPr>
            <p:ph idx="4" type="body"/>
          </p:nvPr>
        </p:nvSpPr>
        <p:spPr>
          <a:xfrm>
            <a:off x="581760" y="4424760"/>
            <a:ext cx="3379680" cy="228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2"/>
          <p:cNvSpPr txBox="1"/>
          <p:nvPr>
            <p:ph idx="5" type="body"/>
          </p:nvPr>
        </p:nvSpPr>
        <p:spPr>
          <a:xfrm>
            <a:off x="4130640" y="4424760"/>
            <a:ext cx="3379680" cy="228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2"/>
          <p:cNvSpPr txBox="1"/>
          <p:nvPr>
            <p:ph idx="6" type="body"/>
          </p:nvPr>
        </p:nvSpPr>
        <p:spPr>
          <a:xfrm>
            <a:off x="7679880" y="4424760"/>
            <a:ext cx="3379680" cy="228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2"/>
          <p:cNvSpPr txBox="1"/>
          <p:nvPr>
            <p:ph idx="11" type="ftr"/>
          </p:nvPr>
        </p:nvSpPr>
        <p:spPr>
          <a:xfrm>
            <a:off x="3862440" y="7640280"/>
            <a:ext cx="393624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2"/>
          <p:cNvSpPr txBox="1"/>
          <p:nvPr>
            <p:ph idx="12" type="sldNum"/>
          </p:nvPr>
        </p:nvSpPr>
        <p:spPr>
          <a:xfrm>
            <a:off x="8236440" y="7640280"/>
            <a:ext cx="26244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22"/>
          <p:cNvSpPr txBox="1"/>
          <p:nvPr>
            <p:ph idx="10" type="dt"/>
          </p:nvPr>
        </p:nvSpPr>
        <p:spPr>
          <a:xfrm>
            <a:off x="801000" y="7640280"/>
            <a:ext cx="26244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1"/>
          <p:cNvSpPr txBox="1"/>
          <p:nvPr>
            <p:ph idx="11" type="ftr"/>
          </p:nvPr>
        </p:nvSpPr>
        <p:spPr>
          <a:xfrm>
            <a:off x="3862440" y="7640280"/>
            <a:ext cx="393624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1"/>
          <p:cNvSpPr txBox="1"/>
          <p:nvPr>
            <p:ph idx="12" type="sldNum"/>
          </p:nvPr>
        </p:nvSpPr>
        <p:spPr>
          <a:xfrm>
            <a:off x="8236440" y="7640280"/>
            <a:ext cx="26244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11"/>
          <p:cNvSpPr txBox="1"/>
          <p:nvPr>
            <p:ph idx="10" type="dt"/>
          </p:nvPr>
        </p:nvSpPr>
        <p:spPr>
          <a:xfrm>
            <a:off x="801000" y="7640280"/>
            <a:ext cx="26244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581760" y="327600"/>
            <a:ext cx="10496880" cy="137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3"/>
          <p:cNvSpPr txBox="1"/>
          <p:nvPr>
            <p:ph idx="1" type="subTitle"/>
          </p:nvPr>
        </p:nvSpPr>
        <p:spPr>
          <a:xfrm>
            <a:off x="581760" y="1927440"/>
            <a:ext cx="10496880" cy="47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3"/>
          <p:cNvSpPr txBox="1"/>
          <p:nvPr>
            <p:ph idx="11" type="ftr"/>
          </p:nvPr>
        </p:nvSpPr>
        <p:spPr>
          <a:xfrm>
            <a:off x="3862440" y="7640280"/>
            <a:ext cx="393624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3"/>
          <p:cNvSpPr txBox="1"/>
          <p:nvPr>
            <p:ph idx="12" type="sldNum"/>
          </p:nvPr>
        </p:nvSpPr>
        <p:spPr>
          <a:xfrm>
            <a:off x="8236440" y="7640280"/>
            <a:ext cx="26244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p23"/>
          <p:cNvSpPr txBox="1"/>
          <p:nvPr>
            <p:ph idx="10" type="dt"/>
          </p:nvPr>
        </p:nvSpPr>
        <p:spPr>
          <a:xfrm>
            <a:off x="801000" y="7640280"/>
            <a:ext cx="26244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581760" y="327600"/>
            <a:ext cx="10496880" cy="137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581760" y="1927440"/>
            <a:ext cx="10496880" cy="47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4"/>
          <p:cNvSpPr txBox="1"/>
          <p:nvPr>
            <p:ph idx="11" type="ftr"/>
          </p:nvPr>
        </p:nvSpPr>
        <p:spPr>
          <a:xfrm>
            <a:off x="3862440" y="7640280"/>
            <a:ext cx="393624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4"/>
          <p:cNvSpPr txBox="1"/>
          <p:nvPr>
            <p:ph idx="12" type="sldNum"/>
          </p:nvPr>
        </p:nvSpPr>
        <p:spPr>
          <a:xfrm>
            <a:off x="8236440" y="7640280"/>
            <a:ext cx="26244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p24"/>
          <p:cNvSpPr txBox="1"/>
          <p:nvPr>
            <p:ph idx="10" type="dt"/>
          </p:nvPr>
        </p:nvSpPr>
        <p:spPr>
          <a:xfrm>
            <a:off x="801000" y="7640280"/>
            <a:ext cx="26244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581760" y="327600"/>
            <a:ext cx="10496880" cy="137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581760" y="1927440"/>
            <a:ext cx="5122440" cy="47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5"/>
          <p:cNvSpPr txBox="1"/>
          <p:nvPr>
            <p:ph idx="2" type="body"/>
          </p:nvPr>
        </p:nvSpPr>
        <p:spPr>
          <a:xfrm>
            <a:off x="5960880" y="1927440"/>
            <a:ext cx="5122440" cy="47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5"/>
          <p:cNvSpPr txBox="1"/>
          <p:nvPr>
            <p:ph idx="11" type="ftr"/>
          </p:nvPr>
        </p:nvSpPr>
        <p:spPr>
          <a:xfrm>
            <a:off x="3862440" y="7640280"/>
            <a:ext cx="393624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5"/>
          <p:cNvSpPr txBox="1"/>
          <p:nvPr>
            <p:ph idx="12" type="sldNum"/>
          </p:nvPr>
        </p:nvSpPr>
        <p:spPr>
          <a:xfrm>
            <a:off x="8236440" y="7640280"/>
            <a:ext cx="26244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7" name="Google Shape;137;p25"/>
          <p:cNvSpPr txBox="1"/>
          <p:nvPr>
            <p:ph idx="10" type="dt"/>
          </p:nvPr>
        </p:nvSpPr>
        <p:spPr>
          <a:xfrm>
            <a:off x="801000" y="7640280"/>
            <a:ext cx="26244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581760" y="327600"/>
            <a:ext cx="10496880" cy="137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6"/>
          <p:cNvSpPr txBox="1"/>
          <p:nvPr>
            <p:ph idx="11" type="ftr"/>
          </p:nvPr>
        </p:nvSpPr>
        <p:spPr>
          <a:xfrm>
            <a:off x="3862440" y="7640280"/>
            <a:ext cx="393624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6"/>
          <p:cNvSpPr txBox="1"/>
          <p:nvPr>
            <p:ph idx="12" type="sldNum"/>
          </p:nvPr>
        </p:nvSpPr>
        <p:spPr>
          <a:xfrm>
            <a:off x="8236440" y="7640280"/>
            <a:ext cx="26244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" name="Google Shape;142;p26"/>
          <p:cNvSpPr txBox="1"/>
          <p:nvPr>
            <p:ph idx="10" type="dt"/>
          </p:nvPr>
        </p:nvSpPr>
        <p:spPr>
          <a:xfrm>
            <a:off x="801000" y="7640280"/>
            <a:ext cx="26244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>
            <p:ph idx="1" type="subTitle"/>
          </p:nvPr>
        </p:nvSpPr>
        <p:spPr>
          <a:xfrm>
            <a:off x="581760" y="327600"/>
            <a:ext cx="10496880" cy="6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7"/>
          <p:cNvSpPr txBox="1"/>
          <p:nvPr>
            <p:ph idx="11" type="ftr"/>
          </p:nvPr>
        </p:nvSpPr>
        <p:spPr>
          <a:xfrm>
            <a:off x="3862440" y="7640280"/>
            <a:ext cx="393624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7"/>
          <p:cNvSpPr txBox="1"/>
          <p:nvPr>
            <p:ph idx="12" type="sldNum"/>
          </p:nvPr>
        </p:nvSpPr>
        <p:spPr>
          <a:xfrm>
            <a:off x="8236440" y="7640280"/>
            <a:ext cx="26244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" name="Google Shape;147;p27"/>
          <p:cNvSpPr txBox="1"/>
          <p:nvPr>
            <p:ph idx="10" type="dt"/>
          </p:nvPr>
        </p:nvSpPr>
        <p:spPr>
          <a:xfrm>
            <a:off x="801000" y="7640280"/>
            <a:ext cx="26244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>
            <p:ph type="title"/>
          </p:nvPr>
        </p:nvSpPr>
        <p:spPr>
          <a:xfrm>
            <a:off x="581760" y="327600"/>
            <a:ext cx="10496880" cy="137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8"/>
          <p:cNvSpPr txBox="1"/>
          <p:nvPr>
            <p:ph idx="1" type="body"/>
          </p:nvPr>
        </p:nvSpPr>
        <p:spPr>
          <a:xfrm>
            <a:off x="581760" y="1927440"/>
            <a:ext cx="5122440" cy="228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8"/>
          <p:cNvSpPr txBox="1"/>
          <p:nvPr>
            <p:ph idx="2" type="body"/>
          </p:nvPr>
        </p:nvSpPr>
        <p:spPr>
          <a:xfrm>
            <a:off x="5960880" y="1927440"/>
            <a:ext cx="5122440" cy="47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8"/>
          <p:cNvSpPr txBox="1"/>
          <p:nvPr>
            <p:ph idx="3" type="body"/>
          </p:nvPr>
        </p:nvSpPr>
        <p:spPr>
          <a:xfrm>
            <a:off x="581760" y="4424760"/>
            <a:ext cx="5122440" cy="228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8"/>
          <p:cNvSpPr txBox="1"/>
          <p:nvPr>
            <p:ph idx="11" type="ftr"/>
          </p:nvPr>
        </p:nvSpPr>
        <p:spPr>
          <a:xfrm>
            <a:off x="3862440" y="7640280"/>
            <a:ext cx="393624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8"/>
          <p:cNvSpPr txBox="1"/>
          <p:nvPr>
            <p:ph idx="12" type="sldNum"/>
          </p:nvPr>
        </p:nvSpPr>
        <p:spPr>
          <a:xfrm>
            <a:off x="8236440" y="7640280"/>
            <a:ext cx="26244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5" name="Google Shape;155;p28"/>
          <p:cNvSpPr txBox="1"/>
          <p:nvPr>
            <p:ph idx="10" type="dt"/>
          </p:nvPr>
        </p:nvSpPr>
        <p:spPr>
          <a:xfrm>
            <a:off x="801000" y="7640280"/>
            <a:ext cx="26244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9"/>
          <p:cNvSpPr txBox="1"/>
          <p:nvPr>
            <p:ph type="title"/>
          </p:nvPr>
        </p:nvSpPr>
        <p:spPr>
          <a:xfrm>
            <a:off x="581760" y="327600"/>
            <a:ext cx="10496880" cy="137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9"/>
          <p:cNvSpPr txBox="1"/>
          <p:nvPr>
            <p:ph idx="1" type="body"/>
          </p:nvPr>
        </p:nvSpPr>
        <p:spPr>
          <a:xfrm>
            <a:off x="581760" y="1927440"/>
            <a:ext cx="5122440" cy="47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9"/>
          <p:cNvSpPr txBox="1"/>
          <p:nvPr>
            <p:ph idx="2" type="body"/>
          </p:nvPr>
        </p:nvSpPr>
        <p:spPr>
          <a:xfrm>
            <a:off x="5960880" y="1927440"/>
            <a:ext cx="5122440" cy="228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9"/>
          <p:cNvSpPr txBox="1"/>
          <p:nvPr>
            <p:ph idx="3" type="body"/>
          </p:nvPr>
        </p:nvSpPr>
        <p:spPr>
          <a:xfrm>
            <a:off x="5960880" y="4424760"/>
            <a:ext cx="5122440" cy="228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29"/>
          <p:cNvSpPr txBox="1"/>
          <p:nvPr>
            <p:ph idx="11" type="ftr"/>
          </p:nvPr>
        </p:nvSpPr>
        <p:spPr>
          <a:xfrm>
            <a:off x="3862440" y="7640280"/>
            <a:ext cx="393624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29"/>
          <p:cNvSpPr txBox="1"/>
          <p:nvPr>
            <p:ph idx="12" type="sldNum"/>
          </p:nvPr>
        </p:nvSpPr>
        <p:spPr>
          <a:xfrm>
            <a:off x="8236440" y="7640280"/>
            <a:ext cx="26244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" name="Google Shape;163;p29"/>
          <p:cNvSpPr txBox="1"/>
          <p:nvPr>
            <p:ph idx="10" type="dt"/>
          </p:nvPr>
        </p:nvSpPr>
        <p:spPr>
          <a:xfrm>
            <a:off x="801000" y="7640280"/>
            <a:ext cx="26244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/>
          <p:nvPr>
            <p:ph type="title"/>
          </p:nvPr>
        </p:nvSpPr>
        <p:spPr>
          <a:xfrm>
            <a:off x="581760" y="327600"/>
            <a:ext cx="10496880" cy="137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0"/>
          <p:cNvSpPr txBox="1"/>
          <p:nvPr>
            <p:ph idx="1" type="body"/>
          </p:nvPr>
        </p:nvSpPr>
        <p:spPr>
          <a:xfrm>
            <a:off x="581760" y="1927440"/>
            <a:ext cx="5122440" cy="228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30"/>
          <p:cNvSpPr txBox="1"/>
          <p:nvPr>
            <p:ph idx="2" type="body"/>
          </p:nvPr>
        </p:nvSpPr>
        <p:spPr>
          <a:xfrm>
            <a:off x="5960880" y="1927440"/>
            <a:ext cx="5122440" cy="228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30"/>
          <p:cNvSpPr txBox="1"/>
          <p:nvPr>
            <p:ph idx="3" type="body"/>
          </p:nvPr>
        </p:nvSpPr>
        <p:spPr>
          <a:xfrm>
            <a:off x="581760" y="4424760"/>
            <a:ext cx="10496880" cy="228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30"/>
          <p:cNvSpPr txBox="1"/>
          <p:nvPr>
            <p:ph idx="11" type="ftr"/>
          </p:nvPr>
        </p:nvSpPr>
        <p:spPr>
          <a:xfrm>
            <a:off x="3862440" y="7640280"/>
            <a:ext cx="393624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30"/>
          <p:cNvSpPr txBox="1"/>
          <p:nvPr>
            <p:ph idx="12" type="sldNum"/>
          </p:nvPr>
        </p:nvSpPr>
        <p:spPr>
          <a:xfrm>
            <a:off x="8236440" y="7640280"/>
            <a:ext cx="26244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30"/>
          <p:cNvSpPr txBox="1"/>
          <p:nvPr>
            <p:ph idx="10" type="dt"/>
          </p:nvPr>
        </p:nvSpPr>
        <p:spPr>
          <a:xfrm>
            <a:off x="801000" y="7640280"/>
            <a:ext cx="26244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1"/>
          <p:cNvSpPr txBox="1"/>
          <p:nvPr>
            <p:ph type="title"/>
          </p:nvPr>
        </p:nvSpPr>
        <p:spPr>
          <a:xfrm>
            <a:off x="581760" y="327600"/>
            <a:ext cx="10496880" cy="137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31"/>
          <p:cNvSpPr txBox="1"/>
          <p:nvPr>
            <p:ph idx="1" type="body"/>
          </p:nvPr>
        </p:nvSpPr>
        <p:spPr>
          <a:xfrm>
            <a:off x="581760" y="1927440"/>
            <a:ext cx="10496880" cy="228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31"/>
          <p:cNvSpPr txBox="1"/>
          <p:nvPr>
            <p:ph idx="2" type="body"/>
          </p:nvPr>
        </p:nvSpPr>
        <p:spPr>
          <a:xfrm>
            <a:off x="581760" y="4424760"/>
            <a:ext cx="10496880" cy="228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31"/>
          <p:cNvSpPr txBox="1"/>
          <p:nvPr>
            <p:ph idx="11" type="ftr"/>
          </p:nvPr>
        </p:nvSpPr>
        <p:spPr>
          <a:xfrm>
            <a:off x="3862440" y="7640280"/>
            <a:ext cx="393624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31"/>
          <p:cNvSpPr txBox="1"/>
          <p:nvPr>
            <p:ph idx="12" type="sldNum"/>
          </p:nvPr>
        </p:nvSpPr>
        <p:spPr>
          <a:xfrm>
            <a:off x="8236440" y="7640280"/>
            <a:ext cx="26244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8" name="Google Shape;178;p31"/>
          <p:cNvSpPr txBox="1"/>
          <p:nvPr>
            <p:ph idx="10" type="dt"/>
          </p:nvPr>
        </p:nvSpPr>
        <p:spPr>
          <a:xfrm>
            <a:off x="801000" y="7640280"/>
            <a:ext cx="26244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2"/>
          <p:cNvSpPr txBox="1"/>
          <p:nvPr>
            <p:ph type="title"/>
          </p:nvPr>
        </p:nvSpPr>
        <p:spPr>
          <a:xfrm>
            <a:off x="581760" y="327600"/>
            <a:ext cx="10496880" cy="137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32"/>
          <p:cNvSpPr txBox="1"/>
          <p:nvPr>
            <p:ph idx="1" type="body"/>
          </p:nvPr>
        </p:nvSpPr>
        <p:spPr>
          <a:xfrm>
            <a:off x="581760" y="1927440"/>
            <a:ext cx="5122440" cy="228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32"/>
          <p:cNvSpPr txBox="1"/>
          <p:nvPr>
            <p:ph idx="2" type="body"/>
          </p:nvPr>
        </p:nvSpPr>
        <p:spPr>
          <a:xfrm>
            <a:off x="5960880" y="1927440"/>
            <a:ext cx="5122440" cy="228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32"/>
          <p:cNvSpPr txBox="1"/>
          <p:nvPr>
            <p:ph idx="3" type="body"/>
          </p:nvPr>
        </p:nvSpPr>
        <p:spPr>
          <a:xfrm>
            <a:off x="581760" y="4424760"/>
            <a:ext cx="5122440" cy="228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32"/>
          <p:cNvSpPr txBox="1"/>
          <p:nvPr>
            <p:ph idx="4" type="body"/>
          </p:nvPr>
        </p:nvSpPr>
        <p:spPr>
          <a:xfrm>
            <a:off x="5960880" y="4424760"/>
            <a:ext cx="5122440" cy="228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32"/>
          <p:cNvSpPr txBox="1"/>
          <p:nvPr>
            <p:ph idx="11" type="ftr"/>
          </p:nvPr>
        </p:nvSpPr>
        <p:spPr>
          <a:xfrm>
            <a:off x="3862440" y="7640280"/>
            <a:ext cx="393624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32"/>
          <p:cNvSpPr txBox="1"/>
          <p:nvPr>
            <p:ph idx="12" type="sldNum"/>
          </p:nvPr>
        </p:nvSpPr>
        <p:spPr>
          <a:xfrm>
            <a:off x="8236440" y="7640280"/>
            <a:ext cx="26244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7" name="Google Shape;187;p32"/>
          <p:cNvSpPr txBox="1"/>
          <p:nvPr>
            <p:ph idx="10" type="dt"/>
          </p:nvPr>
        </p:nvSpPr>
        <p:spPr>
          <a:xfrm>
            <a:off x="801000" y="7640280"/>
            <a:ext cx="26244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3"/>
          <p:cNvSpPr txBox="1"/>
          <p:nvPr>
            <p:ph type="title"/>
          </p:nvPr>
        </p:nvSpPr>
        <p:spPr>
          <a:xfrm>
            <a:off x="581760" y="327600"/>
            <a:ext cx="10496880" cy="137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33"/>
          <p:cNvSpPr txBox="1"/>
          <p:nvPr>
            <p:ph idx="1" type="body"/>
          </p:nvPr>
        </p:nvSpPr>
        <p:spPr>
          <a:xfrm>
            <a:off x="581760" y="1927440"/>
            <a:ext cx="3379680" cy="228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33"/>
          <p:cNvSpPr txBox="1"/>
          <p:nvPr>
            <p:ph idx="2" type="body"/>
          </p:nvPr>
        </p:nvSpPr>
        <p:spPr>
          <a:xfrm>
            <a:off x="4130640" y="1927440"/>
            <a:ext cx="3379680" cy="228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33"/>
          <p:cNvSpPr txBox="1"/>
          <p:nvPr>
            <p:ph idx="3" type="body"/>
          </p:nvPr>
        </p:nvSpPr>
        <p:spPr>
          <a:xfrm>
            <a:off x="7679880" y="1927440"/>
            <a:ext cx="3379680" cy="228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33"/>
          <p:cNvSpPr txBox="1"/>
          <p:nvPr>
            <p:ph idx="4" type="body"/>
          </p:nvPr>
        </p:nvSpPr>
        <p:spPr>
          <a:xfrm>
            <a:off x="581760" y="4424760"/>
            <a:ext cx="3379680" cy="228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33"/>
          <p:cNvSpPr txBox="1"/>
          <p:nvPr>
            <p:ph idx="5" type="body"/>
          </p:nvPr>
        </p:nvSpPr>
        <p:spPr>
          <a:xfrm>
            <a:off x="4130640" y="4424760"/>
            <a:ext cx="3379680" cy="228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33"/>
          <p:cNvSpPr txBox="1"/>
          <p:nvPr>
            <p:ph idx="6" type="body"/>
          </p:nvPr>
        </p:nvSpPr>
        <p:spPr>
          <a:xfrm>
            <a:off x="7679880" y="4424760"/>
            <a:ext cx="3379680" cy="228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33"/>
          <p:cNvSpPr txBox="1"/>
          <p:nvPr>
            <p:ph idx="11" type="ftr"/>
          </p:nvPr>
        </p:nvSpPr>
        <p:spPr>
          <a:xfrm>
            <a:off x="3862440" y="7640280"/>
            <a:ext cx="393624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33"/>
          <p:cNvSpPr txBox="1"/>
          <p:nvPr>
            <p:ph idx="12" type="sldNum"/>
          </p:nvPr>
        </p:nvSpPr>
        <p:spPr>
          <a:xfrm>
            <a:off x="8236440" y="7640280"/>
            <a:ext cx="26244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8" name="Google Shape;198;p33"/>
          <p:cNvSpPr txBox="1"/>
          <p:nvPr>
            <p:ph idx="10" type="dt"/>
          </p:nvPr>
        </p:nvSpPr>
        <p:spPr>
          <a:xfrm>
            <a:off x="801000" y="7640280"/>
            <a:ext cx="26244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/>
          <p:nvPr/>
        </p:nvSpPr>
        <p:spPr>
          <a:xfrm flipH="1" rot="10800000">
            <a:off x="801000" y="360"/>
            <a:ext cx="618480" cy="939600"/>
          </a:xfrm>
          <a:prstGeom prst="triangle">
            <a:avLst>
              <a:gd fmla="val 50000" name="adj"/>
            </a:avLst>
          </a:prstGeom>
          <a:solidFill>
            <a:srgbClr val="00BE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8"/>
          <p:cNvSpPr/>
          <p:nvPr/>
        </p:nvSpPr>
        <p:spPr>
          <a:xfrm>
            <a:off x="720" y="720"/>
            <a:ext cx="11663280" cy="824328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8"/>
          <p:cNvSpPr/>
          <p:nvPr/>
        </p:nvSpPr>
        <p:spPr>
          <a:xfrm flipH="1">
            <a:off x="7114320" y="4866480"/>
            <a:ext cx="4548960" cy="3376080"/>
          </a:xfrm>
          <a:prstGeom prst="rtTriangle">
            <a:avLst/>
          </a:prstGeom>
          <a:solidFill>
            <a:srgbClr val="00BE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8"/>
          <p:cNvSpPr/>
          <p:nvPr/>
        </p:nvSpPr>
        <p:spPr>
          <a:xfrm>
            <a:off x="0" y="4866480"/>
            <a:ext cx="11625480" cy="3376080"/>
          </a:xfrm>
          <a:prstGeom prst="rtTriangle">
            <a:avLst/>
          </a:prstGeom>
          <a:solidFill>
            <a:srgbClr val="5454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8"/>
          <p:cNvSpPr/>
          <p:nvPr/>
        </p:nvSpPr>
        <p:spPr>
          <a:xfrm flipH="1">
            <a:off x="10386720" y="4797360"/>
            <a:ext cx="1275120" cy="3445560"/>
          </a:xfrm>
          <a:prstGeom prst="rtTriangle">
            <a:avLst/>
          </a:prstGeom>
          <a:solidFill>
            <a:srgbClr val="00B4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8"/>
          <p:cNvSpPr/>
          <p:nvPr/>
        </p:nvSpPr>
        <p:spPr>
          <a:xfrm>
            <a:off x="-36360" y="4829040"/>
            <a:ext cx="11562120" cy="3413520"/>
          </a:xfrm>
          <a:custGeom>
            <a:rect b="b" l="l" r="r" t="t"/>
            <a:pathLst>
              <a:path extrusionOk="0" h="2458279" w="12125739">
                <a:moveTo>
                  <a:pt x="5406887" y="2445026"/>
                </a:moveTo>
                <a:lnTo>
                  <a:pt x="0" y="0"/>
                </a:lnTo>
                <a:lnTo>
                  <a:pt x="12125739" y="2458279"/>
                </a:lnTo>
                <a:lnTo>
                  <a:pt x="5406887" y="2445026"/>
                </a:lnTo>
                <a:close/>
              </a:path>
            </a:pathLst>
          </a:custGeom>
          <a:solidFill>
            <a:srgbClr val="616161"/>
          </a:solidFill>
          <a:ln>
            <a:noFill/>
          </a:ln>
        </p:spPr>
      </p:sp>
      <p:sp>
        <p:nvSpPr>
          <p:cNvPr id="16" name="Google Shape;16;p8"/>
          <p:cNvSpPr txBox="1"/>
          <p:nvPr>
            <p:ph type="title"/>
          </p:nvPr>
        </p:nvSpPr>
        <p:spPr>
          <a:xfrm>
            <a:off x="1456560" y="1253160"/>
            <a:ext cx="8747280" cy="2402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" name="Google Shape;17;p8"/>
          <p:cNvSpPr txBox="1"/>
          <p:nvPr>
            <p:ph idx="10" type="dt"/>
          </p:nvPr>
        </p:nvSpPr>
        <p:spPr>
          <a:xfrm>
            <a:off x="801000" y="7640280"/>
            <a:ext cx="26244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" name="Google Shape;18;p8"/>
          <p:cNvSpPr txBox="1"/>
          <p:nvPr>
            <p:ph idx="11" type="ftr"/>
          </p:nvPr>
        </p:nvSpPr>
        <p:spPr>
          <a:xfrm>
            <a:off x="3862440" y="7640280"/>
            <a:ext cx="393624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9" name="Google Shape;19;p8"/>
          <p:cNvSpPr txBox="1"/>
          <p:nvPr>
            <p:ph idx="12" type="sldNum"/>
          </p:nvPr>
        </p:nvSpPr>
        <p:spPr>
          <a:xfrm>
            <a:off x="8236440" y="7640280"/>
            <a:ext cx="26244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2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2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2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2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2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2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2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2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2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8"/>
          <p:cNvSpPr/>
          <p:nvPr/>
        </p:nvSpPr>
        <p:spPr>
          <a:xfrm flipH="1" rot="10800000">
            <a:off x="0" y="-35640"/>
            <a:ext cx="1458000" cy="2112480"/>
          </a:xfrm>
          <a:prstGeom prst="rtTriangle">
            <a:avLst/>
          </a:prstGeom>
          <a:solidFill>
            <a:srgbClr val="00BE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" name="Google Shape;21;p8"/>
          <p:cNvCxnSpPr/>
          <p:nvPr/>
        </p:nvCxnSpPr>
        <p:spPr>
          <a:xfrm>
            <a:off x="1471320" y="3951720"/>
            <a:ext cx="8733600" cy="720"/>
          </a:xfrm>
          <a:prstGeom prst="straightConnector1">
            <a:avLst/>
          </a:prstGeom>
          <a:noFill/>
          <a:ln cap="flat" cmpd="sng" w="38100">
            <a:solidFill>
              <a:srgbClr val="00BE9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2" name="Google Shape;22;p8"/>
          <p:cNvSpPr txBox="1"/>
          <p:nvPr>
            <p:ph idx="1" type="body"/>
          </p:nvPr>
        </p:nvSpPr>
        <p:spPr>
          <a:xfrm>
            <a:off x="581760" y="1927440"/>
            <a:ext cx="10496880" cy="47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0"/>
          <p:cNvSpPr/>
          <p:nvPr/>
        </p:nvSpPr>
        <p:spPr>
          <a:xfrm flipH="1" rot="10800000">
            <a:off x="801000" y="360"/>
            <a:ext cx="618480" cy="939600"/>
          </a:xfrm>
          <a:prstGeom prst="triangle">
            <a:avLst>
              <a:gd fmla="val 50000" name="adj"/>
            </a:avLst>
          </a:prstGeom>
          <a:solidFill>
            <a:srgbClr val="00BE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0"/>
          <p:cNvSpPr txBox="1"/>
          <p:nvPr>
            <p:ph idx="10" type="dt"/>
          </p:nvPr>
        </p:nvSpPr>
        <p:spPr>
          <a:xfrm>
            <a:off x="801000" y="7640280"/>
            <a:ext cx="26244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0" name="Google Shape;110;p10"/>
          <p:cNvSpPr txBox="1"/>
          <p:nvPr>
            <p:ph idx="11" type="ftr"/>
          </p:nvPr>
        </p:nvSpPr>
        <p:spPr>
          <a:xfrm>
            <a:off x="3862440" y="7640280"/>
            <a:ext cx="393624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1" name="Google Shape;111;p10"/>
          <p:cNvSpPr txBox="1"/>
          <p:nvPr>
            <p:ph idx="12" type="sldNum"/>
          </p:nvPr>
        </p:nvSpPr>
        <p:spPr>
          <a:xfrm>
            <a:off x="8236440" y="7640280"/>
            <a:ext cx="26244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2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2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2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2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2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2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2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2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2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0"/>
          <p:cNvSpPr/>
          <p:nvPr/>
        </p:nvSpPr>
        <p:spPr>
          <a:xfrm>
            <a:off x="720" y="720"/>
            <a:ext cx="11663280" cy="824328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0"/>
          <p:cNvSpPr txBox="1"/>
          <p:nvPr>
            <p:ph type="title"/>
          </p:nvPr>
        </p:nvSpPr>
        <p:spPr>
          <a:xfrm>
            <a:off x="581760" y="327600"/>
            <a:ext cx="10496880" cy="137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4" name="Google Shape;114;p10"/>
          <p:cNvSpPr txBox="1"/>
          <p:nvPr>
            <p:ph idx="1" type="body"/>
          </p:nvPr>
        </p:nvSpPr>
        <p:spPr>
          <a:xfrm>
            <a:off x="581760" y="1927440"/>
            <a:ext cx="10496880" cy="47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"/>
          <p:cNvSpPr txBox="1"/>
          <p:nvPr>
            <p:ph type="title"/>
          </p:nvPr>
        </p:nvSpPr>
        <p:spPr>
          <a:xfrm>
            <a:off x="1456560" y="1253160"/>
            <a:ext cx="8747280" cy="24022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 fontScale="94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E9C"/>
              </a:buClr>
              <a:buSzPct val="100000"/>
              <a:buFont typeface="Arial"/>
              <a:buNone/>
            </a:pPr>
            <a:r>
              <a:rPr b="1" lang="en-US" sz="5400" strike="noStrike">
                <a:solidFill>
                  <a:srgbClr val="00BE9C"/>
                </a:solidFill>
                <a:latin typeface="Arial"/>
                <a:ea typeface="Arial"/>
                <a:cs typeface="Arial"/>
                <a:sym typeface="Arial"/>
              </a:rPr>
              <a:t>Cross-Platform Video Streaming via Kernel-Space TCP: x86 to Raspberry Pi</a:t>
            </a:r>
            <a:endParaRPr b="0" sz="5400" strike="noStrike">
              <a:solidFill>
                <a:srgbClr val="2F2F2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"/>
          <p:cNvSpPr txBox="1"/>
          <p:nvPr>
            <p:ph idx="1" type="subTitle"/>
          </p:nvPr>
        </p:nvSpPr>
        <p:spPr>
          <a:xfrm>
            <a:off x="1456560" y="4096080"/>
            <a:ext cx="874728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Team Member: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5F5F5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1.Ganga K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5F5F5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2.Putta Bhavitha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5F5F5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 3.Vulisha Vaneesha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g" id="206" name="Google Shape;20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45280" y="0"/>
            <a:ext cx="2642400" cy="109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"/>
          <p:cNvSpPr/>
          <p:nvPr/>
        </p:nvSpPr>
        <p:spPr>
          <a:xfrm>
            <a:off x="801720" y="436320"/>
            <a:ext cx="10059840" cy="1592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E9C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BE9C"/>
                </a:solidFill>
                <a:latin typeface="Arial"/>
                <a:ea typeface="Arial"/>
                <a:cs typeface="Arial"/>
                <a:sym typeface="Arial"/>
              </a:rPr>
              <a:t>Introduction: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"/>
          <p:cNvSpPr/>
          <p:nvPr/>
        </p:nvSpPr>
        <p:spPr>
          <a:xfrm>
            <a:off x="801720" y="2192760"/>
            <a:ext cx="10059840" cy="52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/>
          <a:p>
            <a:pPr indent="-228600" lvl="0" marL="2286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F2F2F"/>
                </a:solidFill>
                <a:latin typeface="Arial"/>
                <a:ea typeface="Arial"/>
                <a:cs typeface="Arial"/>
                <a:sym typeface="Arial"/>
              </a:rPr>
              <a:t>This project demonstrates a low-level implementation of real-time video transmission between two Linux-based systems — an x86 machine and a Raspberry Pi — </a:t>
            </a:r>
            <a:r>
              <a:rPr lang="en-US" sz="2400">
                <a:solidFill>
                  <a:srgbClr val="2F2F2F"/>
                </a:solidFill>
              </a:rPr>
              <a:t>using</a:t>
            </a:r>
            <a:r>
              <a:rPr b="0" i="0" lang="en-US" sz="2400" u="none" cap="none" strike="noStrike">
                <a:solidFill>
                  <a:srgbClr val="2F2F2F"/>
                </a:solidFill>
                <a:latin typeface="Arial"/>
                <a:ea typeface="Arial"/>
                <a:cs typeface="Arial"/>
                <a:sym typeface="Arial"/>
              </a:rPr>
              <a:t> TCP sockets within the kernel space.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2F2F2F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F2F2F"/>
                </a:solidFill>
                <a:latin typeface="Arial"/>
                <a:ea typeface="Arial"/>
                <a:cs typeface="Arial"/>
                <a:sym typeface="Arial"/>
              </a:rPr>
              <a:t>The primary goal is to capture a video file on the x86 system, transmit it over a TCP/IP connection, and play it back on the Raspberry Pi.t showcases the feasibility and challenges of inter-device communication, network programming, and video data handling at the kernel level.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marR="0" rtl="0" algn="just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2F2F2F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2F2F2F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F2F2F"/>
                </a:solidFill>
                <a:latin typeface="Arial"/>
                <a:ea typeface="Arial"/>
                <a:cs typeface="Arial"/>
                <a:sym typeface="Arial"/>
              </a:rPr>
              <a:t>This approach is particularly useful in real-time embedded systems, IoT applications, and low-latency multimedia , where direct kernel access can improve performance and reduce overhead.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g" id="214" name="Google Shape;2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0280" y="133200"/>
            <a:ext cx="1802880" cy="749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"/>
          <p:cNvSpPr/>
          <p:nvPr/>
        </p:nvSpPr>
        <p:spPr>
          <a:xfrm>
            <a:off x="720" y="96480"/>
            <a:ext cx="2952360" cy="91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E9C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BE9C"/>
                </a:solidFill>
                <a:latin typeface="Arial"/>
                <a:ea typeface="Arial"/>
                <a:cs typeface="Arial"/>
                <a:sym typeface="Arial"/>
              </a:rPr>
              <a:t>Objective: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g" id="221" name="Google Shape;22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92880" y="95760"/>
            <a:ext cx="1486800" cy="61848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"/>
          <p:cNvSpPr/>
          <p:nvPr/>
        </p:nvSpPr>
        <p:spPr>
          <a:xfrm>
            <a:off x="74880" y="1620000"/>
            <a:ext cx="10113120" cy="219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-285840" lvl="0" marL="28584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F2F2F"/>
                </a:solidFill>
                <a:latin typeface="Abyssinica SIL"/>
                <a:ea typeface="Abyssinica SIL"/>
                <a:cs typeface="Abyssinica SIL"/>
                <a:sym typeface="Abyssinica SIL"/>
              </a:rPr>
              <a:t>  To capture a video file on an x86 system and transmit it over TCP using user-space socket programming, enabling real-time video reception and playback on a Raspberry Pi. This project aims to demonstrate efficient multimedia data transfer between heterogeneous platforms.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5d4dcc860e_0_5"/>
          <p:cNvSpPr txBox="1"/>
          <p:nvPr/>
        </p:nvSpPr>
        <p:spPr>
          <a:xfrm>
            <a:off x="52475" y="-319675"/>
            <a:ext cx="11558400" cy="12787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2F2F2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2F2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V4L2:</a:t>
            </a:r>
            <a:endParaRPr b="1" sz="2400">
              <a:solidFill>
                <a:srgbClr val="2F2F2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V4L2 stands for </a:t>
            </a:r>
            <a:r>
              <a:rPr b="1"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Video4Linux2</a:t>
            </a: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— it's the standard </a:t>
            </a:r>
            <a:r>
              <a:rPr b="1"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Linux kernel framework</a:t>
            </a: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handling video capture and output devices.</a:t>
            </a:r>
            <a:endParaRPr b="1" sz="2300">
              <a:solidFill>
                <a:srgbClr val="2F2F2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It provides a common interface for: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Cameras (USB webcams, CSI cameras)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TV tuners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Video encoders/decoders</a:t>
            </a:r>
            <a:endParaRPr sz="2300">
              <a:solidFill>
                <a:srgbClr val="2F2F2F"/>
              </a:solidFill>
              <a:latin typeface="Abyssinica SIL"/>
              <a:ea typeface="Abyssinica SIL"/>
              <a:cs typeface="Abyssinica SIL"/>
              <a:sym typeface="Abyssinica SI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F2F2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400"/>
              <a:buFont typeface="Times New Roman"/>
              <a:buAutoNum type="arabicPeriod"/>
            </a:pPr>
            <a:r>
              <a:rPr b="1" lang="en-US" sz="2400">
                <a:solidFill>
                  <a:srgbClr val="2F2F2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Kernel Driver :</a:t>
            </a:r>
            <a:endParaRPr sz="2400">
              <a:solidFill>
                <a:srgbClr val="2F2F2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2F2F2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F2F2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the kernel side, the driver registers a v4l2_device structure representing the video hardware.Then it registers a video_device structure that creates the /dev/videoX device node. The driver sets up a vb2_queue to handle buffer allocation and management.It must implement the vb2_ops callbacks for buffer lifecycle operations.The driver also defines v4l2_ioctl_ops to handle ioctl requests coming from user space. </a:t>
            </a:r>
            <a:endParaRPr sz="2400">
              <a:solidFill>
                <a:srgbClr val="2F2F2F"/>
              </a:solidFill>
              <a:latin typeface="Abyssinica SIL"/>
              <a:ea typeface="Abyssinica SIL"/>
              <a:cs typeface="Abyssinica SIL"/>
              <a:sym typeface="Abyssinica SI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F2F2F"/>
              </a:solidFill>
              <a:latin typeface="Abyssinica SIL"/>
              <a:ea typeface="Abyssinica SIL"/>
              <a:cs typeface="Abyssinica SIL"/>
              <a:sym typeface="Abyssinica SI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F2F2F"/>
              </a:solidFill>
              <a:latin typeface="Abyssinica SIL"/>
              <a:ea typeface="Abyssinica SIL"/>
              <a:cs typeface="Abyssinica SIL"/>
              <a:sym typeface="Abyssinica SI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F2F2F"/>
              </a:solidFill>
              <a:latin typeface="Abyssinica SIL"/>
              <a:ea typeface="Abyssinica SIL"/>
              <a:cs typeface="Abyssinica SIL"/>
              <a:sym typeface="Abyssinica SI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F2F2F"/>
              </a:solidFill>
              <a:latin typeface="Abyssinica SIL"/>
              <a:ea typeface="Abyssinica SIL"/>
              <a:cs typeface="Abyssinica SIL"/>
              <a:sym typeface="Abyssinica SI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F2F2F"/>
              </a:solidFill>
              <a:latin typeface="Abyssinica SIL"/>
              <a:ea typeface="Abyssinica SIL"/>
              <a:cs typeface="Abyssinica SIL"/>
              <a:sym typeface="Abyssinica SI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F2F2F"/>
              </a:solidFill>
              <a:latin typeface="Abyssinica SIL"/>
              <a:ea typeface="Abyssinica SIL"/>
              <a:cs typeface="Abyssinica SIL"/>
              <a:sym typeface="Abyssinica SI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F2F2F"/>
              </a:solidFill>
              <a:latin typeface="Abyssinica SIL"/>
              <a:ea typeface="Abyssinica SIL"/>
              <a:cs typeface="Abyssinica SIL"/>
              <a:sym typeface="Abyssinica SI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F2F2F"/>
              </a:solidFill>
              <a:latin typeface="Abyssinica SIL"/>
              <a:ea typeface="Abyssinica SIL"/>
              <a:cs typeface="Abyssinica SIL"/>
              <a:sym typeface="Abyssinica SI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F2F2F"/>
              </a:solidFill>
              <a:latin typeface="Abyssinica SIL"/>
              <a:ea typeface="Abyssinica SIL"/>
              <a:cs typeface="Abyssinica SIL"/>
              <a:sym typeface="Abyssinica SI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F2F2F"/>
              </a:solidFill>
              <a:latin typeface="Abyssinica SIL"/>
              <a:ea typeface="Abyssinica SIL"/>
              <a:cs typeface="Abyssinica SIL"/>
              <a:sym typeface="Abyssinica SI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F2F2F"/>
              </a:solidFill>
              <a:latin typeface="Abyssinica SIL"/>
              <a:ea typeface="Abyssinica SIL"/>
              <a:cs typeface="Abyssinica SIL"/>
              <a:sym typeface="Abyssinica SI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F2F2F"/>
              </a:solidFill>
              <a:latin typeface="Abyssinica SIL"/>
              <a:ea typeface="Abyssinica SIL"/>
              <a:cs typeface="Abyssinica SIL"/>
              <a:sym typeface="Abyssinica SI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F2F2F"/>
              </a:solidFill>
              <a:latin typeface="Abyssinica SIL"/>
              <a:ea typeface="Abyssinica SIL"/>
              <a:cs typeface="Abyssinica SIL"/>
              <a:sym typeface="Abyssinica SI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5d4e70a308_0_0"/>
          <p:cNvSpPr txBox="1"/>
          <p:nvPr/>
        </p:nvSpPr>
        <p:spPr>
          <a:xfrm>
            <a:off x="0" y="84125"/>
            <a:ext cx="10851600" cy="39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V4L2 IOCTL Operations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Query capabilities (</a:t>
            </a:r>
            <a:r>
              <a:rPr lang="en-US" sz="24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VIDIOC_QUERYCAP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b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Set/get formats (</a:t>
            </a:r>
            <a:r>
              <a:rPr lang="en-US" sz="24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VIDIOC_S_FMT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VIDIOC_G_FMT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b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Request buffers (</a:t>
            </a:r>
            <a:r>
              <a:rPr lang="en-US" sz="24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VIDIOC_REQBUFS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b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Queue/dequeue buffers (</a:t>
            </a:r>
            <a:r>
              <a:rPr lang="en-US" sz="24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VIDIOC_QBUF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VIDIOC_DQBUF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b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Start/stop streaming (</a:t>
            </a:r>
            <a:r>
              <a:rPr lang="en-US" sz="24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VIDIOC_STREAMON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VIDIOC_STREAMOFF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F2F2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5" name="Google Shape;235;g35d4e70a308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105125"/>
            <a:ext cx="8545725" cy="403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6040" y="511560"/>
            <a:ext cx="2957400" cy="722844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5"/>
          <p:cNvSpPr txBox="1"/>
          <p:nvPr/>
        </p:nvSpPr>
        <p:spPr>
          <a:xfrm>
            <a:off x="489600" y="551875"/>
            <a:ext cx="3489000" cy="13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V4L2 Programming model  and We will follow these steps in order to acquire frames from the camera:</a:t>
            </a:r>
            <a:endParaRPr b="1" sz="1800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5d57b2da71_0_9"/>
          <p:cNvSpPr txBox="1"/>
          <p:nvPr/>
        </p:nvSpPr>
        <p:spPr>
          <a:xfrm rot="-9987901">
            <a:off x="2205273" y="454098"/>
            <a:ext cx="9281781" cy="4616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8" name="Google Shape;248;g35d57b2da71_0_9"/>
          <p:cNvSpPr txBox="1"/>
          <p:nvPr/>
        </p:nvSpPr>
        <p:spPr>
          <a:xfrm>
            <a:off x="860725" y="1166775"/>
            <a:ext cx="10845300" cy="6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TCP Protocol:</a:t>
            </a:r>
            <a:endParaRPr sz="3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    </a:t>
            </a:r>
            <a:endParaRPr sz="3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           </a:t>
            </a:r>
            <a:r>
              <a:rPr lang="en-US" sz="2200"/>
              <a:t>TCP (Transmission Control Protocol) is a connection-oriented, reliable transport protocol used for data communication.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 ┌───────────────┐            	┌─────────────────┐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│  Kernel Client│   TCP Packets  │  User-Space Server │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│   (Sender)	│===============&gt;│   (Receiver)   	│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└───────────────┘            	└─────────────────┘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   	Read video file      	↔   Write to file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     	Send chunks        	↔   Acknowledge each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5d57b2da71_0_20"/>
          <p:cNvSpPr txBox="1"/>
          <p:nvPr/>
        </p:nvSpPr>
        <p:spPr>
          <a:xfrm>
            <a:off x="3863725" y="0"/>
            <a:ext cx="10845300" cy="90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 1. Create Socket 	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(sock_create_kern)  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       	|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       	v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2. Connect to Server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(sock-&gt;ops-&gt;connect)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       	|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       	v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 3. Open File     	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(filp_open)      	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       	|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       	v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 4. Allocate Buffer  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 (kmalloc)        	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       	|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       	v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 5. Read File Chunk  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 (kernel_read)    	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       	|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       	v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 6. Send Chunk    	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 (kernel_sendmsg) 	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       	|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       	v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7. Repeat Until End of File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       	|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       	v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 8. Cleanup       	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 (filp_close,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 </a:t>
            </a:r>
            <a:r>
              <a:rPr lang="en-US" sz="1800"/>
              <a:t> so</a:t>
            </a:r>
            <a:r>
              <a:rPr lang="en-US" sz="1800"/>
              <a:t>ck_release, kfree)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5d57b2da71_0_27"/>
          <p:cNvSpPr txBox="1"/>
          <p:nvPr/>
        </p:nvSpPr>
        <p:spPr>
          <a:xfrm>
            <a:off x="3844600" y="114750"/>
            <a:ext cx="10940700" cy="87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 1. Start Server Program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          	|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          	v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2. Create Socket                      	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          	|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 3. Bind Socket                   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          	v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4. Listen for Connections  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          	|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          	v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 5. Accept Client Connection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          	|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          	v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6. Open File for Writing	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          	|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          	v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 7. Receive Data in Loop 	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          	|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          	v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8. Write Data to File   	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          	|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          	v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 9. Repeat Until All Data	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         </a:t>
            </a:r>
            <a:r>
              <a:rPr lang="en-US" sz="1800"/>
              <a:t> 	|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          	v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10. Close File and Sockets 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 (close())               	|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6"/>
          <p:cNvSpPr/>
          <p:nvPr/>
        </p:nvSpPr>
        <p:spPr>
          <a:xfrm>
            <a:off x="951480" y="1260720"/>
            <a:ext cx="3319200" cy="57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E9C"/>
              </a:buClr>
              <a:buSzPts val="4400"/>
              <a:buFont typeface="Arial"/>
              <a:buNone/>
            </a:pPr>
            <a:r>
              <a:rPr b="0" lang="en-US" sz="4400" strike="noStrike">
                <a:solidFill>
                  <a:srgbClr val="00BE9C"/>
                </a:solidFill>
                <a:latin typeface="Arial"/>
                <a:ea typeface="Arial"/>
                <a:cs typeface="Arial"/>
                <a:sym typeface="Arial"/>
              </a:rPr>
              <a:t>Conclusion: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6"/>
          <p:cNvSpPr/>
          <p:nvPr/>
        </p:nvSpPr>
        <p:spPr>
          <a:xfrm>
            <a:off x="844560" y="2017080"/>
            <a:ext cx="10069560" cy="506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6"/>
          <p:cNvSpPr/>
          <p:nvPr/>
        </p:nvSpPr>
        <p:spPr>
          <a:xfrm>
            <a:off x="1282320" y="2109960"/>
            <a:ext cx="9932400" cy="2840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16000" lvl="0" marL="216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400"/>
              <a:buFont typeface="Noto Sans Symbols"/>
              <a:buChar char="●"/>
            </a:pPr>
            <a:r>
              <a:rPr b="0" lang="en-US" sz="2400" strike="noStrike">
                <a:solidFill>
                  <a:srgbClr val="2F2F2F"/>
                </a:solidFill>
                <a:latin typeface="Arial"/>
                <a:ea typeface="Arial"/>
                <a:cs typeface="Arial"/>
                <a:sym typeface="Arial"/>
              </a:rPr>
              <a:t>This project not only achieved reliable video transmission between an x86 system and a Raspberry Pi but also strengthened understanding of user-space socket programming, file handling, and inter-device communication. It highlights the potential of simple network-based methods for multimedia applications in embedded systems, setting a foundation for future enhancements like live streaming or kernel-level optimization.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g" id="269" name="Google Shape;26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5400" y="84960"/>
            <a:ext cx="1482840" cy="61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7"/>
          <p:cNvSpPr/>
          <p:nvPr/>
        </p:nvSpPr>
        <p:spPr>
          <a:xfrm>
            <a:off x="2246760" y="2633040"/>
            <a:ext cx="5777280" cy="256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FFF4"/>
              </a:buClr>
              <a:buSzPts val="6600"/>
              <a:buFont typeface="Arial"/>
              <a:buNone/>
            </a:pPr>
            <a:r>
              <a:rPr b="0" lang="en-US" sz="66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sz="66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g" id="276" name="Google Shape;27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5400" y="84960"/>
            <a:ext cx="1482840" cy="61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FFFFFF"/>
      </a:dk2>
      <a:lt2>
        <a:srgbClr val="5F5F5F"/>
      </a:lt2>
      <a:accent1>
        <a:srgbClr val="00BE9C"/>
      </a:accent1>
      <a:accent2>
        <a:srgbClr val="EC9126"/>
      </a:accent2>
      <a:accent3>
        <a:srgbClr val="CFBA21"/>
      </a:accent3>
      <a:accent4>
        <a:srgbClr val="00B0F0"/>
      </a:accent4>
      <a:accent5>
        <a:srgbClr val="009A79"/>
      </a:accent5>
      <a:accent6>
        <a:srgbClr val="AFB2B4"/>
      </a:accent6>
      <a:hlink>
        <a:srgbClr val="00B0F0"/>
      </a:hlink>
      <a:folHlink>
        <a:srgbClr val="AFB2B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FFFFFF"/>
      </a:dk2>
      <a:lt2>
        <a:srgbClr val="5F5F5F"/>
      </a:lt2>
      <a:accent1>
        <a:srgbClr val="00BE9C"/>
      </a:accent1>
      <a:accent2>
        <a:srgbClr val="EC9126"/>
      </a:accent2>
      <a:accent3>
        <a:srgbClr val="CFBA21"/>
      </a:accent3>
      <a:accent4>
        <a:srgbClr val="00B0F0"/>
      </a:accent4>
      <a:accent5>
        <a:srgbClr val="009A79"/>
      </a:accent5>
      <a:accent6>
        <a:srgbClr val="AFB2B4"/>
      </a:accent6>
      <a:hlink>
        <a:srgbClr val="00B0F0"/>
      </a:hlink>
      <a:folHlink>
        <a:srgbClr val="AFB2B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FFFFFF"/>
      </a:dk2>
      <a:lt2>
        <a:srgbClr val="5F5F5F"/>
      </a:lt2>
      <a:accent1>
        <a:srgbClr val="00BE9C"/>
      </a:accent1>
      <a:accent2>
        <a:srgbClr val="EC9126"/>
      </a:accent2>
      <a:accent3>
        <a:srgbClr val="CFBA21"/>
      </a:accent3>
      <a:accent4>
        <a:srgbClr val="00B0F0"/>
      </a:accent4>
      <a:accent5>
        <a:srgbClr val="009A79"/>
      </a:accent5>
      <a:accent6>
        <a:srgbClr val="AFB2B4"/>
      </a:accent6>
      <a:hlink>
        <a:srgbClr val="00B0F0"/>
      </a:hlink>
      <a:folHlink>
        <a:srgbClr val="AFB2B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2015-09-21T02:24:00Z</dcterms:created>
  <dc:creator>admin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AADF6A07ABA64C969E2CB91014CE44FB_13</vt:lpwstr>
  </property>
  <property fmtid="{D5CDD505-2E9C-101B-9397-08002B2CF9AE}" pid="3" name="KSOProductBuildVer">
    <vt:lpwstr>1033-12.2.0.19805</vt:lpwstr>
  </property>
  <property fmtid="{D5CDD505-2E9C-101B-9397-08002B2CF9AE}" pid="4" name="Notes">
    <vt:i4>29</vt:i4>
  </property>
  <property fmtid="{D5CDD505-2E9C-101B-9397-08002B2CF9AE}" pid="5" name="PresentationFormat">
    <vt:lpwstr>宽屏</vt:lpwstr>
  </property>
  <property fmtid="{D5CDD505-2E9C-101B-9397-08002B2CF9AE}" pid="6" name="Slides">
    <vt:i4>12</vt:i4>
  </property>
</Properties>
</file>